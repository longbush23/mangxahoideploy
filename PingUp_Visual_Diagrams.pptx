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🏗️ KIẾN TRÚC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822960"/>
            <a:ext cx="4572000" cy="12801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🖥️ CLIENT (Browser)</a:t>
            </a:r>
            <a:br/>
            <a:br/>
            <a:r>
              <a:t>React 19 + Vite 7 + TailwindCSS 4</a:t>
            </a:r>
            <a:br/>
            <a:r>
              <a:t>Redux Toolkit + React Router 7</a:t>
            </a:r>
          </a:p>
        </p:txBody>
      </p:sp>
      <p:sp>
        <p:nvSpPr>
          <p:cNvPr id="5" name="Down Arrow 4"/>
          <p:cNvSpPr/>
          <p:nvPr/>
        </p:nvSpPr>
        <p:spPr>
          <a:xfrm>
            <a:off x="4297680" y="2148840"/>
            <a:ext cx="54864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148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AB308"/>
                </a:solidFill>
              </a:defRPr>
            </a:pPr>
            <a:r>
              <a:t>HTTPS / WebSocket / 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4572000" cy="1463040"/>
          </a:xfrm>
          <a:prstGeom prst="roundRect">
            <a:avLst/>
          </a:prstGeom>
          <a:solidFill>
            <a:srgbClr val="155E7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⚙️ SERVER (Node.js)</a:t>
            </a:r>
            <a:br/>
            <a:br/>
            <a:r>
              <a:t>Express 5 + Socket.io</a:t>
            </a:r>
            <a:br/>
            <a:r>
              <a:t>REST API + WebSocket Server</a:t>
            </a:r>
            <a:br/>
            <a:r>
              <a:t>Clerk Auth Middleware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97680" y="4069080"/>
            <a:ext cx="54864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2560320" cy="1097280"/>
          </a:xfrm>
          <a:prstGeom prst="roundRect">
            <a:avLst/>
          </a:prstGeom>
          <a:solidFill>
            <a:srgbClr val="166534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🗄️ MongoDB</a:t>
            </a:r>
            <a:br/>
            <a:br/>
            <a:r>
              <a:t>Mongoose ODM</a:t>
            </a:r>
            <a:br/>
            <a:r>
              <a:t>13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572000"/>
            <a:ext cx="2560320" cy="109728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🖼️ ImageKit</a:t>
            </a:r>
            <a:br/>
            <a:br/>
            <a:r>
              <a:t>Media CDN</a:t>
            </a:r>
            <a:br/>
            <a:r>
              <a:t>Image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572000"/>
            <a:ext cx="2560320" cy="109728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🔌 External Services</a:t>
            </a:r>
            <a:br/>
            <a:br/>
            <a:r>
              <a:t>Clerk Auth • OpenRouter AI</a:t>
            </a:r>
            <a:br/>
            <a:r>
              <a:t>Brevo Email • Inngest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852160"/>
            <a:ext cx="8595360" cy="82296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AB308"/>
                </a:solidFill>
              </a:defRPr>
            </a:pPr>
            <a:r>
              <a:t>⚡ REAL-TIME: SSE (Messaging) • Socket.io (Video Call Signaling) • WebRTC (P2P Video/Audio)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📊 KANBAN BOARD - Drag &amp; Drop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640080"/>
            <a:ext cx="1371600" cy="4114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481328"/>
            <a:ext cx="4572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Bug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16916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1168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230428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514600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91640" y="640080"/>
            <a:ext cx="13716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 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3736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479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64792" y="148132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9" name="Oval 18"/>
          <p:cNvSpPr/>
          <p:nvPr/>
        </p:nvSpPr>
        <p:spPr>
          <a:xfrm>
            <a:off x="2834640" y="1691640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4680" y="640080"/>
            <a:ext cx="1371600" cy="41148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783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27832" y="1481328"/>
            <a:ext cx="45720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Story</a:t>
            </a:r>
          </a:p>
        </p:txBody>
      </p:sp>
      <p:sp>
        <p:nvSpPr>
          <p:cNvPr id="25" name="Oval 24"/>
          <p:cNvSpPr/>
          <p:nvPr/>
        </p:nvSpPr>
        <p:spPr>
          <a:xfrm>
            <a:off x="4297680" y="169164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201168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27832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27832" y="2304288"/>
            <a:ext cx="4572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Bug</a:t>
            </a:r>
          </a:p>
        </p:txBody>
      </p:sp>
      <p:sp>
        <p:nvSpPr>
          <p:cNvPr id="29" name="Oval 28"/>
          <p:cNvSpPr/>
          <p:nvPr/>
        </p:nvSpPr>
        <p:spPr>
          <a:xfrm>
            <a:off x="4297680" y="2514600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17720" y="640080"/>
            <a:ext cx="1371600" cy="4114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344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0872" y="148132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1691640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80760" y="640080"/>
            <a:ext cx="137160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2648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3912" y="1481328"/>
            <a:ext cx="4572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Bug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169164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543800" y="640080"/>
            <a:ext cx="137160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8952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695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16952" y="1481328"/>
            <a:ext cx="45720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Story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0" y="169164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589520" y="201168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6952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16952" y="230428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51" name="Oval 50"/>
          <p:cNvSpPr/>
          <p:nvPr/>
        </p:nvSpPr>
        <p:spPr>
          <a:xfrm>
            <a:off x="8686800" y="25146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51206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AB308"/>
                </a:solidFill>
              </a:defRPr>
            </a:pPr>
            <a:r>
              <a:t>⬅️ ➡️ Kéo thả task giữa các cột để cập nhật trạng thái (sử dụng @hello-pangea/dnd)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548640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✅ 6 cột trạng thái (Backlog → Done)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✅ Auto-generate task key (WEB-1, WEB-2...)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✅ Phân loại theo Type (Story/Task/Bug/Epic)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✅ Filter theo Assignee, Priority,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📝 QUẢN LÝ TASK CHI TIẾT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029200" cy="5760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50292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WEB-15: Implement User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Priority: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🔴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Status: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031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B308"/>
                </a:solidFill>
              </a:defRPr>
            </a:pPr>
            <a: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Assignee: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@john.doe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Reporter: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34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@jane.smith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Due Date: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00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25/12/2024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Story Points: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566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5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Estimated: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31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8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Actual: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297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6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Labels: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663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frontend, auth, urgent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46304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⏱️ Log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5669280"/>
            <a:ext cx="146304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 Change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40" y="5669280"/>
            <a:ext cx="146304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📜 View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640080"/>
            <a:ext cx="3200400" cy="5760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822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✨ Tính năng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1280160"/>
            <a:ext cx="2834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2E8F0"/>
                </a:solidFill>
              </a:defRPr>
            </a:pPr>
            <a:r>
              <a:t>📋 Auto-generate task key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(PROJECT-1, PROJECT-2...)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🏷️ 4 Task Types: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Story, Task, Bug, Epic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🎯 5 Priority Levels: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Lowest → Critical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📊 7 Status Columns: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Backlog → Done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⏱️ Time Tracking: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Estimated vs Actual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📜 History Logging: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Ghi lại mọi thay đổi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🏷️ Labels System: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Phân loại linh hoạt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💾 DATABASE MODELS (MongoDB - 12 Models)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640080"/>
            <a:ext cx="2743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SOCIAL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2743200" cy="2240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👤 User - Thông tin người dùng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📝 Post - Bài đăng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💬 Comment - Bình luận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📷 Story - Stories 24h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🤝 Connection - Kết nối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640080"/>
            <a:ext cx="2743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143000"/>
            <a:ext cx="2743200" cy="1417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3444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✉️ Message - Tin nhắn 1-1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👥 Group - Nhóm chat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🤖 AIConversation - Chat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640080"/>
            <a:ext cx="2743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AGILE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27432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📁 Project - Dự án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✅ Task - Công việc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🏃 Sprint - Sprint Scrum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⏱️ TimeLog - Ghi thời gian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657600"/>
            <a:ext cx="859536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📋 Task Schema Example: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urier New"/>
              </a:defRPr>
            </a:pPr>
            <a:r>
              <a:t>task_key: "WEB-15"          │  type: story/task/bug/epic      │  priority: lowest→critical</a:t>
            </a:r>
            <a:br/>
            <a:r>
              <a:t>title: "Implement Login"    │  status: backlog→done           │  story_points: 1,2,3,5,8,13</a:t>
            </a:r>
            <a:br/>
            <a:r>
              <a:t>assignee: ObjectId(User)    │  estimated_hours: Number        │  actual_hours: Number</a:t>
            </a:r>
            <a:br/>
            <a:r>
              <a:t>reporter: ObjectId(User)    │  due_date: Date                 │  labels: [String]</a:t>
            </a:r>
            <a:br/>
            <a:r>
              <a:t>project: ObjectId(Project)  │  sprint: ObjectId(Sprint)       │  history: [ChangeLog]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